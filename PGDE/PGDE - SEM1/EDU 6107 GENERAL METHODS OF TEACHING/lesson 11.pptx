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0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5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0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0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4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3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3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6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5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4E773-3082-4CA1-ACD9-09B61E2EFD8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2F754-7165-43DB-B50E-1506FD4C7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3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" y="888273"/>
            <a:ext cx="9144000" cy="1329509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GROUP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0286" y="2622323"/>
            <a:ext cx="9144000" cy="3151460"/>
          </a:xfrm>
        </p:spPr>
        <p:txBody>
          <a:bodyPr>
            <a:noAutofit/>
          </a:bodyPr>
          <a:lstStyle/>
          <a:p>
            <a:pPr marL="457200" indent="-457200" algn="l">
              <a:buAutoNum type="arabicPeriod"/>
            </a:pPr>
            <a:r>
              <a:rPr lang="en-US" sz="3200" dirty="0" smtClean="0"/>
              <a:t>Martha </a:t>
            </a:r>
            <a:r>
              <a:rPr lang="en-US" sz="3200" dirty="0" err="1" smtClean="0"/>
              <a:t>Okaru</a:t>
            </a:r>
            <a:endParaRPr lang="en-US" sz="3200" dirty="0" smtClean="0"/>
          </a:p>
          <a:p>
            <a:pPr marL="457200" indent="-457200" algn="l">
              <a:buAutoNum type="arabicPeriod"/>
            </a:pPr>
            <a:r>
              <a:rPr lang="en-US" sz="3200" dirty="0" smtClean="0"/>
              <a:t>Priscilla </a:t>
            </a:r>
            <a:r>
              <a:rPr lang="en-US" sz="3200" dirty="0" err="1" smtClean="0"/>
              <a:t>Kipng'ok</a:t>
            </a:r>
            <a:endParaRPr lang="en-US" sz="3200" dirty="0" smtClean="0"/>
          </a:p>
          <a:p>
            <a:pPr marL="457200" indent="-457200" algn="l">
              <a:buAutoNum type="arabicPeriod"/>
            </a:pPr>
            <a:r>
              <a:rPr lang="en-US" sz="3200" dirty="0" smtClean="0"/>
              <a:t>Duncan </a:t>
            </a:r>
            <a:r>
              <a:rPr lang="en-US" sz="3200" dirty="0" err="1" smtClean="0"/>
              <a:t>Ndegwa</a:t>
            </a:r>
            <a:endParaRPr lang="en-US" sz="3200" dirty="0" smtClean="0"/>
          </a:p>
          <a:p>
            <a:pPr marL="457200" indent="-457200" algn="l">
              <a:buAutoNum type="arabicPeriod" startAt="4"/>
            </a:pPr>
            <a:r>
              <a:rPr lang="en-US" sz="3200" dirty="0" err="1" smtClean="0"/>
              <a:t>Veronicah</a:t>
            </a:r>
            <a:r>
              <a:rPr lang="en-US" sz="3200" dirty="0" smtClean="0"/>
              <a:t> </a:t>
            </a:r>
            <a:r>
              <a:rPr lang="en-US" sz="3200" dirty="0" err="1" smtClean="0"/>
              <a:t>Jebet</a:t>
            </a:r>
            <a:r>
              <a:rPr lang="en-US" sz="3200" dirty="0" smtClean="0"/>
              <a:t> </a:t>
            </a:r>
            <a:r>
              <a:rPr lang="en-US" sz="3200" dirty="0" err="1" smtClean="0"/>
              <a:t>Tambutwa</a:t>
            </a:r>
            <a:r>
              <a:rPr lang="en-US" sz="3200" dirty="0" smtClean="0"/>
              <a:t>  </a:t>
            </a:r>
          </a:p>
          <a:p>
            <a:pPr marL="457200" indent="-457200" algn="l">
              <a:buAutoNum type="arabicPeriod" startAt="4"/>
            </a:pPr>
            <a:r>
              <a:rPr lang="en-US" sz="3200" dirty="0" smtClean="0"/>
              <a:t> Brian D. </a:t>
            </a:r>
            <a:r>
              <a:rPr lang="en-US" sz="3200" dirty="0" err="1" smtClean="0"/>
              <a:t>Imoh</a:t>
            </a:r>
            <a:r>
              <a:rPr lang="en-US" sz="3200" dirty="0" smtClean="0"/>
              <a:t> 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679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85" y="23180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is Classroom Management?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1398" y="1168908"/>
            <a:ext cx="9964587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Classroom management is the foundational process teachers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to create and maintain appropriate student behavior.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establish and sustain an orderly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1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meaningful academic learning.</a:t>
            </a:r>
          </a:p>
          <a:p>
            <a:pPr marR="0" lvl="1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Facilitates social and emotional growth.</a:t>
            </a:r>
          </a:p>
          <a:p>
            <a:pPr marR="0" lvl="1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Decreases negative behaviors.</a:t>
            </a:r>
          </a:p>
          <a:p>
            <a:pPr marR="0" lvl="1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Maximizes time spent on academic engagement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18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0091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Core Strategies for Success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58001" y="831125"/>
            <a:ext cx="1035893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management starts with the teacher’s mindset and preparation.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Your Students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Build rapport based on trust and individual understanding.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 Rational Detachment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Choose how to respond to distress; do not take behavior personally.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Effective Limits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Post clear, simple, and positive "can do" expectations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"Please raise your hand" instead of "No side talk").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to the Schedule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Model timeliness to help students respect designated time frames.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3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89" y="71032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Proactive Engagement and Prevention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143365" y="1373105"/>
            <a:ext cx="9680388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 potential issues before they escalate.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Precipitating Factors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Be mindful of preexisting circumstances or early warning signs that cause distress.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Engagement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 friendly eye contact, address students by name, and ask questions to refocus inattentive learners.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Redirect Energy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View disruption as "misguided energy" that needs to be invited back into the conversation.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076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89" y="710324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The Pillars of a Managed Classroom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8006" y="960228"/>
            <a:ext cx="9814859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 key elements maintain the flow of a lesson: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Must be taught and applied fairly and consistently.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Help students know how to act during specific activities like group work or transitions.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Praise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Should be specific, sincere, and focused on behaviors rather than the individual.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Consequences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Misbehavior must have varying levels of severity applied consistently.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2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509" y="95962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Classroom Management for Adult Learners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979713" y="1318022"/>
            <a:ext cx="10136777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Teaching adults requires a unique approach to authority and expectations.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 Explicit Early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Spell out rules for adult-specific issues like cell phone use or language choice from day one.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Expectations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Adults often pay for their education and have high expectations for the value of the class.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Authority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Regardless of the students' professional status or age, you are the expert in the subject matter.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79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704" y="35873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Managing Adult Group Dynamics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05841" y="789284"/>
            <a:ext cx="10319657" cy="582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Over-Friendliness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Close friendships with students can lead to favoritism or a loss of professional boundaries.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Discussions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 not let one or two students dominate; ensure even the quietest students have a chance to speak.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 Conflicts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Be alert to subtle interpersonal tensions or "cliques" that may exclude others.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Participation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 methods like timed speaking or hand-raising to keep the class moving.</a:t>
            </a:r>
          </a:p>
        </p:txBody>
      </p:sp>
    </p:spTree>
    <p:extLst>
      <p:ext uri="{BB962C8B-B14F-4D97-AF65-F5344CB8AC3E}">
        <p14:creationId xmlns:p14="http://schemas.microsoft.com/office/powerpoint/2010/main" val="4186635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2" y="115556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19350" y="3095091"/>
            <a:ext cx="8974182" cy="121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END OF OUR PRESENTATION</a:t>
            </a:r>
          </a:p>
          <a:p>
            <a:pPr marL="0" indent="0" algn="ctr">
              <a:buNone/>
            </a:pPr>
            <a:r>
              <a:rPr lang="en-US" sz="3600" b="1" i="1" dirty="0" smtClean="0">
                <a:solidFill>
                  <a:srgbClr val="FF0000"/>
                </a:solidFill>
              </a:rPr>
              <a:t>THANK YOU</a:t>
            </a:r>
            <a:endParaRPr lang="en-US" sz="36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81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476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GROUP 1</vt:lpstr>
      <vt:lpstr>What is Classroom Management?</vt:lpstr>
      <vt:lpstr>Core Strategies for Success</vt:lpstr>
      <vt:lpstr>Proactive Engagement and Prevention </vt:lpstr>
      <vt:lpstr>The Pillars of a Managed Classroom  </vt:lpstr>
      <vt:lpstr>Classroom Management for Adult Learners  </vt:lpstr>
      <vt:lpstr>Managing Adult Group Dynamics 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DUNCAN</dc:creator>
  <cp:lastModifiedBy>DUNCAN</cp:lastModifiedBy>
  <cp:revision>11</cp:revision>
  <dcterms:created xsi:type="dcterms:W3CDTF">2025-11-28T11:59:18Z</dcterms:created>
  <dcterms:modified xsi:type="dcterms:W3CDTF">2026-01-09T11:20:20Z</dcterms:modified>
</cp:coreProperties>
</file>