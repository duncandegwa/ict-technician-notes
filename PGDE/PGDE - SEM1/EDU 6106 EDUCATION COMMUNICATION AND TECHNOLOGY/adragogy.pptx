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76EF50-F24B-5F57-BEDA-8F98B9CDE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" y="0"/>
            <a:ext cx="9138530" cy="68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4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gphju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rngdw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oqnuq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qluyo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xlyg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mosc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zlvv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vcak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ducb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oaqq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qpch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xycg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APOLLO MUOKI MAINGI</cp:lastModifiedBy>
  <cp:revision>2</cp:revision>
  <dcterms:created xsi:type="dcterms:W3CDTF">2013-01-27T09:14:16Z</dcterms:created>
  <dcterms:modified xsi:type="dcterms:W3CDTF">2024-08-06T21:28:58Z</dcterms:modified>
  <cp:category/>
</cp:coreProperties>
</file>