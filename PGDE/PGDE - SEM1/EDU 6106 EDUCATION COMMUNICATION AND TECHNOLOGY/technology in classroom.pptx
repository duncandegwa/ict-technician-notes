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jnmw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wdzv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opqq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kd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it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wcgz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knys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eahs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hna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dls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gahw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udhj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gtrub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