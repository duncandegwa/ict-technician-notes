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4FE712-63DA-4DBE-8012-E81984B99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" y="23812"/>
            <a:ext cx="9115425" cy="68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042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APOLLO MUOKI MAINGI</cp:lastModifiedBy>
  <cp:revision>3</cp:revision>
  <dcterms:created xsi:type="dcterms:W3CDTF">2013-01-27T09:14:16Z</dcterms:created>
  <dcterms:modified xsi:type="dcterms:W3CDTF">2025-12-02T22:11:53Z</dcterms:modified>
  <cp:category/>
</cp:coreProperties>
</file>