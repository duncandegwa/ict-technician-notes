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ABF8F7-ADDE-45A7-9DB1-8A97F7DB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694"/>
            <a:ext cx="9144000" cy="6846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8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Micro-Teaching Lab</cp:lastModifiedBy>
  <cp:revision>2</cp:revision>
  <dcterms:created xsi:type="dcterms:W3CDTF">2013-01-27T09:14:16Z</dcterms:created>
  <dcterms:modified xsi:type="dcterms:W3CDTF">2024-10-08T09:18:21Z</dcterms:modified>
  <cp:category/>
</cp:coreProperties>
</file>