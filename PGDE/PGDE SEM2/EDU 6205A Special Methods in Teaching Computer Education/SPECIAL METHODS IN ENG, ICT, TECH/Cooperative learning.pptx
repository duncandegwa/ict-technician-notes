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2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EDAF23-46F1-4068-9485-50E087759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333"/>
            <a:ext cx="9063037" cy="682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5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Micro-Teaching Lab</cp:lastModifiedBy>
  <cp:revision>2</cp:revision>
  <dcterms:created xsi:type="dcterms:W3CDTF">2013-01-27T09:14:16Z</dcterms:created>
  <dcterms:modified xsi:type="dcterms:W3CDTF">2024-10-08T11:12:09Z</dcterms:modified>
  <cp:category/>
</cp:coreProperties>
</file>