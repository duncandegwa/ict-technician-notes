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E8E60F-A64F-4B51-8ECE-E38C7A14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" y="0"/>
            <a:ext cx="911526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042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APOLLO MUOKI MAINGI</cp:lastModifiedBy>
  <cp:revision>3</cp:revision>
  <dcterms:created xsi:type="dcterms:W3CDTF">2013-01-27T09:14:16Z</dcterms:created>
  <dcterms:modified xsi:type="dcterms:W3CDTF">2025-11-26T12:28:19Z</dcterms:modified>
  <cp:category/>
</cp:coreProperties>
</file>