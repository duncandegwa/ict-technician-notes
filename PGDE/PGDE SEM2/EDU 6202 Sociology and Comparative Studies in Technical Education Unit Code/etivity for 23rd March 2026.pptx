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7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A429B-9DED-4805-AE21-D73759C82C6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CADE4-0E19-4A84-A0F5-1B8E27116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833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A429B-9DED-4805-AE21-D73759C82C6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CADE4-0E19-4A84-A0F5-1B8E27116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76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A429B-9DED-4805-AE21-D73759C82C6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CADE4-0E19-4A84-A0F5-1B8E27116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32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A429B-9DED-4805-AE21-D73759C82C6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CADE4-0E19-4A84-A0F5-1B8E27116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69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A429B-9DED-4805-AE21-D73759C82C6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CADE4-0E19-4A84-A0F5-1B8E27116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3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A429B-9DED-4805-AE21-D73759C82C6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CADE4-0E19-4A84-A0F5-1B8E27116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1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A429B-9DED-4805-AE21-D73759C82C6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CADE4-0E19-4A84-A0F5-1B8E27116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7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A429B-9DED-4805-AE21-D73759C82C6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CADE4-0E19-4A84-A0F5-1B8E27116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02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A429B-9DED-4805-AE21-D73759C82C6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CADE4-0E19-4A84-A0F5-1B8E27116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98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A429B-9DED-4805-AE21-D73759C82C6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CADE4-0E19-4A84-A0F5-1B8E27116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25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A429B-9DED-4805-AE21-D73759C82C6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CADE4-0E19-4A84-A0F5-1B8E27116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10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A429B-9DED-4805-AE21-D73759C82C6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CADE4-0E19-4A84-A0F5-1B8E27116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1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VnF9lei8BTM?t=1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>
                <a:solidFill>
                  <a:srgbClr val="FF0000"/>
                </a:solidFill>
              </a:rPr>
              <a:t>e</a:t>
            </a:r>
            <a:r>
              <a:rPr lang="en-US" sz="4800" b="1" dirty="0" err="1" smtClean="0">
                <a:solidFill>
                  <a:srgbClr val="FF0000"/>
                </a:solidFill>
              </a:rPr>
              <a:t>tivity</a:t>
            </a:r>
            <a:r>
              <a:rPr lang="en-US" sz="4800" b="1" dirty="0" smtClean="0">
                <a:solidFill>
                  <a:srgbClr val="FF0000"/>
                </a:solidFill>
              </a:rPr>
              <a:t> for 23</a:t>
            </a:r>
            <a:r>
              <a:rPr lang="en-US" sz="4800" b="1" baseline="30000" dirty="0" smtClean="0">
                <a:solidFill>
                  <a:srgbClr val="FF0000"/>
                </a:solidFill>
              </a:rPr>
              <a:t>rd</a:t>
            </a:r>
            <a:r>
              <a:rPr lang="en-US" sz="4800" b="1" dirty="0" smtClean="0">
                <a:solidFill>
                  <a:srgbClr val="FF0000"/>
                </a:solidFill>
              </a:rPr>
              <a:t> March 2026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Define </a:t>
            </a:r>
            <a:r>
              <a:rPr lang="en-US" dirty="0" smtClean="0"/>
              <a:t>the concept of Sociology </a:t>
            </a:r>
            <a:r>
              <a:rPr lang="en-US" dirty="0"/>
              <a:t>of Education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Trace the development of Sociology of Education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Examine </a:t>
            </a:r>
            <a:r>
              <a:rPr lang="en-US" dirty="0" smtClean="0"/>
              <a:t>three </a:t>
            </a:r>
            <a:r>
              <a:rPr lang="en-US" dirty="0"/>
              <a:t>key issues of Concern in sociology of Education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Justify </a:t>
            </a:r>
            <a:r>
              <a:rPr lang="en-US" dirty="0" smtClean="0"/>
              <a:t>why student teachers should undertake a course in Sociology </a:t>
            </a:r>
            <a:r>
              <a:rPr lang="en-US" dirty="0"/>
              <a:t>of </a:t>
            </a:r>
            <a:r>
              <a:rPr lang="en-US" dirty="0" smtClean="0"/>
              <a:t>Education</a:t>
            </a:r>
          </a:p>
          <a:p>
            <a:pPr marL="0" indent="0">
              <a:buNone/>
            </a:pPr>
            <a:r>
              <a:rPr lang="en-US" dirty="0" smtClean="0"/>
              <a:t>5.    Explain </a:t>
            </a:r>
            <a:r>
              <a:rPr lang="en-US" dirty="0"/>
              <a:t>the concept of sociological theory</a:t>
            </a:r>
          </a:p>
          <a:p>
            <a:pPr marL="0" indent="0">
              <a:buNone/>
            </a:pPr>
            <a:r>
              <a:rPr lang="en-US" dirty="0" smtClean="0"/>
              <a:t>6.    Discuss </a:t>
            </a:r>
            <a:r>
              <a:rPr lang="en-US" dirty="0"/>
              <a:t>the assumptions of the major sociological theories</a:t>
            </a:r>
          </a:p>
          <a:p>
            <a:pPr marL="514350" indent="-514350">
              <a:buAutoNum type="arabicPeriod" startAt="7"/>
            </a:pPr>
            <a:r>
              <a:rPr lang="en-US" dirty="0" smtClean="0"/>
              <a:t>Analyze </a:t>
            </a:r>
            <a:r>
              <a:rPr lang="en-US" dirty="0"/>
              <a:t>the implications of the sociological theories </a:t>
            </a:r>
            <a:r>
              <a:rPr lang="en-US" dirty="0" smtClean="0"/>
              <a:t>on education </a:t>
            </a:r>
          </a:p>
          <a:p>
            <a:pPr marL="514350" indent="-514350">
              <a:buAutoNum type="arabicPeriod" startAt="7"/>
            </a:pPr>
            <a:r>
              <a:rPr lang="en-US" dirty="0" smtClean="0"/>
              <a:t>Discuss the application </a:t>
            </a:r>
            <a:r>
              <a:rPr lang="en-US" dirty="0"/>
              <a:t>of  sociological theories to real world </a:t>
            </a:r>
            <a:r>
              <a:rPr lang="en-US" dirty="0" smtClean="0"/>
              <a:t>educational issues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978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9.Explain </a:t>
            </a:r>
            <a:r>
              <a:rPr lang="en-US" dirty="0"/>
              <a:t>the concept of contemporary sociological theories</a:t>
            </a:r>
          </a:p>
          <a:p>
            <a:pPr marL="0" indent="0">
              <a:buNone/>
            </a:pPr>
            <a:r>
              <a:rPr lang="en-US" dirty="0" smtClean="0"/>
              <a:t>10.Discuss </a:t>
            </a:r>
            <a:r>
              <a:rPr lang="en-US" dirty="0"/>
              <a:t>the assumptions of the contemporary sociological theories</a:t>
            </a:r>
          </a:p>
          <a:p>
            <a:pPr marL="0" indent="0">
              <a:buNone/>
            </a:pPr>
            <a:r>
              <a:rPr lang="en-US" dirty="0" smtClean="0"/>
              <a:t>11.Analyse </a:t>
            </a:r>
            <a:r>
              <a:rPr lang="en-US" dirty="0"/>
              <a:t>the implications of the contemporary sociological theories on    education </a:t>
            </a:r>
          </a:p>
          <a:p>
            <a:pPr marL="0" indent="0">
              <a:buNone/>
            </a:pPr>
            <a:r>
              <a:rPr lang="en-US" dirty="0" smtClean="0"/>
              <a:t>12.Discuss how you can apply contemporary </a:t>
            </a:r>
            <a:r>
              <a:rPr lang="en-US" dirty="0"/>
              <a:t>sociological theories to real world educational </a:t>
            </a:r>
            <a:r>
              <a:rPr lang="en-US" dirty="0" smtClean="0"/>
              <a:t>issues today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879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Watch </a:t>
            </a:r>
            <a:r>
              <a:rPr lang="en-US" dirty="0" smtClean="0"/>
              <a:t>any of the following videos /podcast/generate related podcasts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1.“What </a:t>
            </a:r>
            <a:r>
              <a:rPr lang="en-US" dirty="0"/>
              <a:t>is Sociological theory by Dr. Bart </a:t>
            </a:r>
            <a:r>
              <a:rPr lang="en-US" dirty="0" err="1"/>
              <a:t>Bart</a:t>
            </a:r>
            <a:r>
              <a:rPr lang="en-US" dirty="0"/>
              <a:t> Van </a:t>
            </a:r>
            <a:r>
              <a:rPr lang="en-US" dirty="0" err="1"/>
              <a:t>Heerikhuizen</a:t>
            </a:r>
            <a:r>
              <a:rPr lang="en-US" dirty="0"/>
              <a:t> available 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dirty="0" smtClean="0">
                <a:hlinkClick r:id="rId2"/>
              </a:rPr>
              <a:t>https://youtu.be/VnF9lei8BTM?t=16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 https://youtu.be/WMiyq4iSg0M?t=72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Summarize the key points.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117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158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etivity for 23rd March 2026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Gatembu</dc:creator>
  <cp:lastModifiedBy>Dr. Gatembu</cp:lastModifiedBy>
  <cp:revision>3</cp:revision>
  <dcterms:created xsi:type="dcterms:W3CDTF">2026-03-23T12:32:18Z</dcterms:created>
  <dcterms:modified xsi:type="dcterms:W3CDTF">2026-03-23T12:43:08Z</dcterms:modified>
</cp:coreProperties>
</file>